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F0A94-AFBE-4D91-98CF-B04F0B59CF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C0CB85-432E-45AF-A5FB-7180B7C77B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C0BD6-A093-431E-82D0-FB3832689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E0C36-E0EE-4413-9E35-1D087F20E833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530B4-606E-4B96-AB37-F9CB7078F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BE460-A722-4454-A12F-2AFB2405F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ED39-DF3B-474A-8E32-6F08976AC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3814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CBF1A-BBD8-40BE-A3A0-D5E023426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4CF6A-3702-43D9-A544-74680A10C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62586-8B92-46F5-83C2-137477C1C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E0C36-E0EE-4413-9E35-1D087F20E833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BF71E-EE89-460D-B8FB-A052520CA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5A221-4FDB-46DA-9FF0-50A76FF73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ED39-DF3B-474A-8E32-6F08976AC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1808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5A456-04C4-4AB7-BBDA-F30D39A80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6D175-8594-49F1-9AB1-C3F90955B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EC816-FA46-4A75-836A-F5AECC5A1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E0C36-E0EE-4413-9E35-1D087F20E833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E5A76-D628-46FF-B3A8-FCDCC5D61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807A3-B65C-4AD1-B33D-D79FBE4B6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ED39-DF3B-474A-8E32-6F08976AC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08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E3593-EE1E-431B-A1A8-0D7F3F169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C932A-0CC5-4835-B880-C65876FDC4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529DE4-C9E7-4791-A048-0CFDA6F130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C091DE-6993-44A6-BEB5-39A1D5EB4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E0C36-E0EE-4413-9E35-1D087F20E833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13D031-CDA4-470C-8D89-74F8A26CB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E740D9-380A-4582-83CD-D41BA3E87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ED39-DF3B-474A-8E32-6F08976AC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845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15495-BDA8-4C88-AF97-96222D182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A3EF54-74EB-4FBC-B618-B566AD739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56C253-E3C0-4359-860E-4B8A35ADF2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1B1F29-A2C7-4C35-92CD-F4CD7B123F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5B99C3-AE85-4DCD-90FF-6867E4B119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843C09-2BB4-4C15-91B3-BA6AECCAB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E0C36-E0EE-4413-9E35-1D087F20E833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0B381F-7A37-4DCC-9E26-BE1824AE8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8339DF-2E0F-4288-9C49-16A443E59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ED39-DF3B-474A-8E32-6F08976AC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9833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7F891-E8CB-4F4B-B22E-F16121159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BAD2EC-EEE5-4C80-823A-39904C9C7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E0C36-E0EE-4413-9E35-1D087F20E833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FA6CA3-1099-4D89-8A36-BF6801508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4D3A48-49B5-4027-96E6-93778EB5E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ED39-DF3B-474A-8E32-6F08976AC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97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71B9A1-D8E9-41F6-B7FD-7FB0E2C8B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E0C36-E0EE-4413-9E35-1D087F20E833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8055A-48D2-4316-A814-EB6EC2216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E5323-6809-48D8-A1E0-73C383287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ED39-DF3B-474A-8E32-6F08976AC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483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C31C5-C7AC-4C5F-B579-13537F75B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70E67-F16D-4CB3-A976-CECCDB8AF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F32AF9-A8D2-47E3-A0DC-A0807E708D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27800E-9570-49E5-B407-2C6BB696A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E0C36-E0EE-4413-9E35-1D087F20E833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17629F-8AC7-42A3-AA69-47A1A8686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5A5C6F-7C0E-4268-970E-47BA45A37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ED39-DF3B-474A-8E32-6F08976AC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1028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C11CC-AD06-4021-89E4-24E73E40A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D837F9-AA17-4DCB-8EA5-F12B56ADAD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F1890A-D3B9-4F74-BCBC-EA92D1B042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BA1E4A-3756-4006-8756-09FAF2A52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E0C36-E0EE-4413-9E35-1D087F20E833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FDDEB5-FC5D-4271-B7BD-55CD00FE9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3222A-7092-4705-8D83-E5BAA600B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ED39-DF3B-474A-8E32-6F08976AC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721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A9DAB-C19B-4C48-A863-F5484D8F9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067B4D-8C18-455C-970B-AFA991E2D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165C1-9BD4-4753-9CDE-7B212A975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E0C36-E0EE-4413-9E35-1D087F20E833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5AB68-0328-4A6A-952F-C74A86057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E93DC-30CC-45D5-A99F-3A4775746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ED39-DF3B-474A-8E32-6F08976AC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353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D59DA0-9BF0-4DF2-94C2-FB4070336A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0BEDA1-8F74-41AC-9111-D731FD8658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3A0A0-8EE8-45B2-81BE-09C4FED42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E0C36-E0EE-4413-9E35-1D087F20E833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E4714-65F0-4C7F-8D04-4C8778189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8818A-37F4-4355-8935-4E6218984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ED39-DF3B-474A-8E32-6F08976AC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1165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5D39AF-BEE2-42BF-AC96-BB33B334F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4D3A2-A716-4728-9E96-570C3C31C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18AE4-AD08-4681-A5DD-06F14FFE1B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5E0C36-E0EE-4413-9E35-1D087F20E833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CA870-9740-49E3-8456-4BD36C8237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2705A-75D0-48A4-AC00-23FB099FCB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3ED39-DF3B-474A-8E32-6F08976AC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396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A8A23C-F204-4D08-9053-EAED5C77B9BA}"/>
              </a:ext>
            </a:extLst>
          </p:cNvPr>
          <p:cNvSpPr/>
          <p:nvPr/>
        </p:nvSpPr>
        <p:spPr>
          <a:xfrm>
            <a:off x="242656" y="236478"/>
            <a:ext cx="1132494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1) What is SEO and explain the importance of SEO?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SEO stands for Search Engine Optimization. It helps you optimize your websites so that they have better</a:t>
            </a:r>
          </a:p>
          <a:p>
            <a:r>
              <a:rPr lang="en-IN" dirty="0"/>
              <a:t>rankings on Search Engines like Google, Bing, and Yahoo.</a:t>
            </a:r>
          </a:p>
          <a:p>
            <a:r>
              <a:rPr lang="en-IN" dirty="0"/>
              <a:t>The ultimate goal of SEO is to rank higher in search engine results pages for relevant keywords and phrases,</a:t>
            </a:r>
          </a:p>
          <a:p>
            <a:r>
              <a:rPr lang="en-IN" dirty="0"/>
              <a:t>which can increase visibility, traffic, and ultimately revenue for the website.</a:t>
            </a:r>
          </a:p>
          <a:p>
            <a:r>
              <a:rPr lang="en-IN" dirty="0"/>
              <a:t>The importance of SEO -</a:t>
            </a:r>
          </a:p>
          <a:p>
            <a:r>
              <a:rPr lang="en-IN" dirty="0"/>
              <a:t>Meta tags are important for SEO because they provide information to search engines about the content on your</a:t>
            </a:r>
          </a:p>
          <a:p>
            <a:r>
              <a:rPr lang="en-IN" dirty="0"/>
              <a:t>site and can help improve your website's visibility and ranking in search engine results pages.</a:t>
            </a:r>
          </a:p>
        </p:txBody>
      </p:sp>
    </p:spTree>
    <p:extLst>
      <p:ext uri="{BB962C8B-B14F-4D97-AF65-F5344CB8AC3E}">
        <p14:creationId xmlns:p14="http://schemas.microsoft.com/office/powerpoint/2010/main" val="2000937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CED3D6-B7C2-4C66-B809-0AA0F327EAB0}"/>
              </a:ext>
            </a:extLst>
          </p:cNvPr>
          <p:cNvSpPr/>
          <p:nvPr/>
        </p:nvSpPr>
        <p:spPr>
          <a:xfrm>
            <a:off x="0" y="161992"/>
            <a:ext cx="120026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2). Create an HTML document with appropriate &lt;title&gt; and &lt;meta&gt; tags for SEO optimization. Ensure the title</a:t>
            </a:r>
          </a:p>
          <a:p>
            <a:r>
              <a:rPr lang="en-IN" dirty="0"/>
              <a:t>is descriptive and the meta description is concise.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166B7D-5838-42C6-B873-775785BFC06F}"/>
              </a:ext>
            </a:extLst>
          </p:cNvPr>
          <p:cNvSpPr/>
          <p:nvPr/>
        </p:nvSpPr>
        <p:spPr>
          <a:xfrm>
            <a:off x="0" y="808323"/>
            <a:ext cx="12192000" cy="5863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500" dirty="0"/>
              <a:t>&lt;!DOCTYPE html&gt;</a:t>
            </a:r>
          </a:p>
          <a:p>
            <a:r>
              <a:rPr lang="en-IN" sz="1500" dirty="0"/>
              <a:t>&lt;html </a:t>
            </a:r>
            <a:r>
              <a:rPr lang="en-IN" sz="1500" dirty="0" err="1"/>
              <a:t>lang</a:t>
            </a:r>
            <a:r>
              <a:rPr lang="en-IN" sz="1500" dirty="0"/>
              <a:t>="</a:t>
            </a:r>
            <a:r>
              <a:rPr lang="en-IN" sz="1500" dirty="0" err="1"/>
              <a:t>en</a:t>
            </a:r>
            <a:r>
              <a:rPr lang="en-IN" sz="1500" dirty="0"/>
              <a:t>"&gt;</a:t>
            </a:r>
          </a:p>
          <a:p>
            <a:r>
              <a:rPr lang="en-IN" sz="1500" dirty="0"/>
              <a:t>&lt;head&gt;</a:t>
            </a:r>
          </a:p>
          <a:p>
            <a:r>
              <a:rPr lang="en-IN" sz="1500" dirty="0"/>
              <a:t>&lt;meta charset="UTF-8" /&gt;</a:t>
            </a:r>
          </a:p>
          <a:p>
            <a:r>
              <a:rPr lang="en-IN" sz="1500" dirty="0"/>
              <a:t>&lt;meta name="viewport" content="width=device-width, initial-scale=1.0" /&gt;</a:t>
            </a:r>
          </a:p>
          <a:p>
            <a:r>
              <a:rPr lang="en-IN" sz="1500" dirty="0"/>
              <a:t>&lt;title&gt;Online Courses - Learn to code anywhere, anytime | PW Skills&lt;/title&gt;</a:t>
            </a:r>
          </a:p>
          <a:p>
            <a:r>
              <a:rPr lang="en-IN" sz="1500" dirty="0"/>
              <a:t>&lt;meta</a:t>
            </a:r>
          </a:p>
          <a:p>
            <a:r>
              <a:rPr lang="en-IN" sz="1500" dirty="0"/>
              <a:t>name="title"</a:t>
            </a:r>
          </a:p>
          <a:p>
            <a:r>
              <a:rPr lang="en-IN" sz="1500" dirty="0"/>
              <a:t>content="Online Courses - Learn to Code Anywhere, Anytime | PW Skills"</a:t>
            </a:r>
          </a:p>
          <a:p>
            <a:r>
              <a:rPr lang="en-IN" sz="1500" dirty="0"/>
              <a:t>/&gt;</a:t>
            </a:r>
          </a:p>
          <a:p>
            <a:r>
              <a:rPr lang="en-IN" sz="1500" dirty="0"/>
              <a:t>&lt;meta</a:t>
            </a:r>
          </a:p>
          <a:p>
            <a:r>
              <a:rPr lang="en-IN" sz="1500" dirty="0"/>
              <a:t>name="description"</a:t>
            </a:r>
          </a:p>
          <a:p>
            <a:r>
              <a:rPr lang="en-IN" sz="1500" dirty="0"/>
              <a:t>content="PW Skills - A One Stop Tech Solution where all your skills get sharpened and</a:t>
            </a:r>
          </a:p>
          <a:p>
            <a:r>
              <a:rPr lang="en-IN" sz="1500" dirty="0"/>
              <a:t>learn from the best tutors around the world that can easily boost your career."</a:t>
            </a:r>
          </a:p>
          <a:p>
            <a:r>
              <a:rPr lang="en-IN" sz="1500" dirty="0"/>
              <a:t>/&gt;</a:t>
            </a:r>
          </a:p>
          <a:p>
            <a:r>
              <a:rPr lang="en-IN" sz="1500" dirty="0"/>
              <a:t>&lt;meta name="author" content="PW Skills" /&gt;</a:t>
            </a:r>
          </a:p>
          <a:p>
            <a:r>
              <a:rPr lang="en-IN" sz="1500" dirty="0"/>
              <a:t>&lt;meta</a:t>
            </a:r>
          </a:p>
          <a:p>
            <a:r>
              <a:rPr lang="en-IN" sz="1500" dirty="0"/>
              <a:t>name="robots"</a:t>
            </a:r>
          </a:p>
          <a:p>
            <a:r>
              <a:rPr lang="en-IN" sz="1500" dirty="0"/>
              <a:t>content="index, follow, </a:t>
            </a:r>
            <a:r>
              <a:rPr lang="en-IN" sz="1500" dirty="0" err="1"/>
              <a:t>max-image-preview:large</a:t>
            </a:r>
            <a:r>
              <a:rPr lang="en-IN" sz="1500" dirty="0"/>
              <a:t>, max-snippet:-1, max-video-preview:-1"</a:t>
            </a:r>
          </a:p>
          <a:p>
            <a:r>
              <a:rPr lang="en-IN" sz="1500" dirty="0"/>
              <a:t>/&gt;</a:t>
            </a:r>
          </a:p>
          <a:p>
            <a:r>
              <a:rPr lang="en-IN" sz="1500" dirty="0"/>
              <a:t>&lt;meta http-</a:t>
            </a:r>
            <a:r>
              <a:rPr lang="en-IN" sz="1500" dirty="0" err="1"/>
              <a:t>equiv</a:t>
            </a:r>
            <a:r>
              <a:rPr lang="en-IN" sz="1500" dirty="0"/>
              <a:t>="X-UA-Compatible" content="</a:t>
            </a:r>
            <a:r>
              <a:rPr lang="en-IN" sz="1500" dirty="0" err="1"/>
              <a:t>ie</a:t>
            </a:r>
            <a:r>
              <a:rPr lang="en-IN" sz="1500" dirty="0"/>
              <a:t>=edge" /&gt;</a:t>
            </a:r>
          </a:p>
          <a:p>
            <a:r>
              <a:rPr lang="en-IN" sz="1500" dirty="0"/>
              <a:t>&lt;link </a:t>
            </a:r>
            <a:r>
              <a:rPr lang="en-IN" sz="1500" dirty="0" err="1"/>
              <a:t>rel</a:t>
            </a:r>
            <a:r>
              <a:rPr lang="en-IN" sz="1500" dirty="0"/>
              <a:t>="stylesheet" </a:t>
            </a:r>
            <a:r>
              <a:rPr lang="en-IN" sz="1500" dirty="0" err="1"/>
              <a:t>href</a:t>
            </a:r>
            <a:r>
              <a:rPr lang="en-IN" sz="1500" dirty="0"/>
              <a:t>="styles.css" /&gt;</a:t>
            </a:r>
          </a:p>
          <a:p>
            <a:r>
              <a:rPr lang="en-IN" sz="1500" dirty="0"/>
              <a:t>&lt;/head&gt;</a:t>
            </a:r>
          </a:p>
          <a:p>
            <a:r>
              <a:rPr lang="en-IN" sz="1500" dirty="0"/>
              <a:t>&lt;body&gt;&lt;/body&gt;</a:t>
            </a:r>
          </a:p>
          <a:p>
            <a:r>
              <a:rPr lang="en-IN" sz="15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226802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CC49813-1C4D-4BB5-A614-9C354C5AB40B}"/>
              </a:ext>
            </a:extLst>
          </p:cNvPr>
          <p:cNvSpPr/>
          <p:nvPr/>
        </p:nvSpPr>
        <p:spPr>
          <a:xfrm>
            <a:off x="188433" y="208170"/>
            <a:ext cx="44466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Q3. What are the Benefits of Using Meta Tags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71EB24-FEAB-466F-95E5-6FC30862FECD}"/>
              </a:ext>
            </a:extLst>
          </p:cNvPr>
          <p:cNvSpPr/>
          <p:nvPr/>
        </p:nvSpPr>
        <p:spPr>
          <a:xfrm>
            <a:off x="437964" y="1062180"/>
            <a:ext cx="108011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SEO - (Search Engine Optimization): Meta tags, such as the "description" and "keywords" tags, can help</a:t>
            </a:r>
          </a:p>
          <a:p>
            <a:r>
              <a:rPr lang="en-IN" dirty="0"/>
              <a:t>improve a webpage's visibility on search engine result pages (SERPs).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5D6021-99EA-4642-B5F6-C464A80AF266}"/>
              </a:ext>
            </a:extLst>
          </p:cNvPr>
          <p:cNvSpPr/>
          <p:nvPr/>
        </p:nvSpPr>
        <p:spPr>
          <a:xfrm>
            <a:off x="340310" y="1836211"/>
            <a:ext cx="1131607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Social Media Sharing - Meta tags like the Open Graph Protocol tags allow developers to control how web</a:t>
            </a:r>
          </a:p>
          <a:p>
            <a:r>
              <a:rPr lang="en-IN" dirty="0"/>
              <a:t>      pages are displayed when shared on social media platforms like Facebook, Twitter, and </a:t>
            </a:r>
            <a:r>
              <a:rPr lang="en-IN" dirty="0" err="1"/>
              <a:t>LinkedIn.Z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Character Encoding and Language - The meta tag specifying the character encoding (e.g., .TF-8) ensures</a:t>
            </a:r>
          </a:p>
          <a:p>
            <a:r>
              <a:rPr lang="en-IN" dirty="0"/>
              <a:t>       that the browser interprets the text correctly, especially when dealing with special characters or multilingual</a:t>
            </a:r>
          </a:p>
          <a:p>
            <a:r>
              <a:rPr lang="en-IN" dirty="0"/>
              <a:t>       content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Viewport control - The viewport meta tag is crucial for responsive web design-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HTTP-</a:t>
            </a:r>
            <a:r>
              <a:rPr lang="en-IN" dirty="0" err="1"/>
              <a:t>Equiv</a:t>
            </a:r>
            <a:r>
              <a:rPr lang="en-IN" dirty="0"/>
              <a:t> tags - Meta tags with http-</a:t>
            </a:r>
            <a:r>
              <a:rPr lang="en-IN" dirty="0" err="1"/>
              <a:t>equiv</a:t>
            </a:r>
            <a:r>
              <a:rPr lang="en-IN" dirty="0"/>
              <a:t> attribute (e.g., &lt;meta http-</a:t>
            </a:r>
            <a:r>
              <a:rPr lang="en-IN" dirty="0" err="1"/>
              <a:t>equiv</a:t>
            </a:r>
            <a:r>
              <a:rPr lang="en-IN" dirty="0"/>
              <a:t>="refresh"&gt;) enable specific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5470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2DC3FD7-B359-4FFF-B1F9-63F91AAEAEF6}"/>
              </a:ext>
            </a:extLst>
          </p:cNvPr>
          <p:cNvSpPr/>
          <p:nvPr/>
        </p:nvSpPr>
        <p:spPr>
          <a:xfrm>
            <a:off x="0" y="179747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Q4. Create an HTML document that properly incorporates semantic elements like &lt;header&gt;, &lt;article&gt;,</a:t>
            </a:r>
          </a:p>
          <a:p>
            <a:r>
              <a:rPr lang="en-IN" dirty="0"/>
              <a:t>&lt;section&gt;, or &lt;nav&gt; to improve SEO and document structure.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AB15AD-E7C0-470C-BFAE-FF8A323B70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9287"/>
            <a:ext cx="12192000" cy="481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960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93323BF-ECD8-467C-B757-66C98F524CA7}"/>
              </a:ext>
            </a:extLst>
          </p:cNvPr>
          <p:cNvSpPr/>
          <p:nvPr/>
        </p:nvSpPr>
        <p:spPr>
          <a:xfrm>
            <a:off x="82162" y="163782"/>
            <a:ext cx="49965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Q5. Define Favicon and give an illustrative example.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E514A0-769A-4D49-BE4B-BD5323937088}"/>
              </a:ext>
            </a:extLst>
          </p:cNvPr>
          <p:cNvSpPr/>
          <p:nvPr/>
        </p:nvSpPr>
        <p:spPr>
          <a:xfrm>
            <a:off x="0" y="843677"/>
            <a:ext cx="1210026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A favicon that stands for a </a:t>
            </a:r>
            <a:r>
              <a:rPr lang="en-IN" dirty="0" err="1"/>
              <a:t>favorite</a:t>
            </a:r>
            <a:r>
              <a:rPr lang="en-IN" dirty="0"/>
              <a:t> icon is a tiny icon included along with a website, which is displayed in places</a:t>
            </a:r>
          </a:p>
          <a:p>
            <a:r>
              <a:rPr lang="en-IN" dirty="0"/>
              <a:t>like the browser's address bar, page tabs, and bookmarks menu. It is usually 16 * 16 pixels in size and stored in</a:t>
            </a:r>
          </a:p>
          <a:p>
            <a:r>
              <a:rPr lang="en-IN" dirty="0"/>
              <a:t>GIF, PNG, or ICO file format.</a:t>
            </a:r>
          </a:p>
          <a:p>
            <a:r>
              <a:rPr lang="en-IN" dirty="0"/>
              <a:t>They are used to improve user experience and enforce brand consistency. When a familiar icon is seen in the</a:t>
            </a:r>
          </a:p>
          <a:p>
            <a:r>
              <a:rPr lang="en-IN" dirty="0"/>
              <a:t>browser address bar.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E767D8-6CFE-4982-9848-F032A8A82CC6}"/>
              </a:ext>
            </a:extLst>
          </p:cNvPr>
          <p:cNvSpPr/>
          <p:nvPr/>
        </p:nvSpPr>
        <p:spPr>
          <a:xfrm>
            <a:off x="82162" y="2693711"/>
            <a:ext cx="10926149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Example</a:t>
            </a:r>
          </a:p>
          <a:p>
            <a:endParaRPr lang="en-IN" dirty="0"/>
          </a:p>
          <a:p>
            <a:r>
              <a:rPr lang="en-IN" dirty="0"/>
              <a:t>&lt;!DOCTYPE html&gt;</a:t>
            </a:r>
          </a:p>
          <a:p>
            <a:r>
              <a:rPr lang="en-IN" dirty="0"/>
              <a:t>&lt;html </a:t>
            </a:r>
            <a:r>
              <a:rPr lang="en-IN" dirty="0" err="1"/>
              <a:t>lang</a:t>
            </a:r>
            <a:r>
              <a:rPr lang="en-IN" dirty="0"/>
              <a:t>="</a:t>
            </a:r>
            <a:r>
              <a:rPr lang="en-IN" dirty="0" err="1"/>
              <a:t>en</a:t>
            </a:r>
            <a:r>
              <a:rPr lang="en-IN" dirty="0"/>
              <a:t>"&gt;</a:t>
            </a:r>
          </a:p>
          <a:p>
            <a:r>
              <a:rPr lang="en-IN" dirty="0"/>
              <a:t>&lt;head&gt;</a:t>
            </a:r>
          </a:p>
          <a:p>
            <a:r>
              <a:rPr lang="en-IN" dirty="0"/>
              <a:t>&lt;meta charset="UTF-8"&gt;</a:t>
            </a:r>
          </a:p>
          <a:p>
            <a:r>
              <a:rPr lang="en-IN" dirty="0"/>
              <a:t>&lt;meta name="viewport" content="width=device-width, initial-scale=1.0"&gt;</a:t>
            </a:r>
          </a:p>
          <a:p>
            <a:r>
              <a:rPr lang="en-IN" dirty="0"/>
              <a:t>&lt;title&gt;</a:t>
            </a:r>
            <a:r>
              <a:rPr lang="en-IN" dirty="0" err="1"/>
              <a:t>BookWorld</a:t>
            </a:r>
            <a:r>
              <a:rPr lang="en-IN" dirty="0"/>
              <a:t> - Your Online Bookstore&lt;/title&gt;</a:t>
            </a:r>
          </a:p>
          <a:p>
            <a:r>
              <a:rPr lang="en-IN" dirty="0"/>
              <a:t>&lt;!-- Favicon --&gt;</a:t>
            </a:r>
          </a:p>
          <a:p>
            <a:r>
              <a:rPr lang="en-IN" dirty="0"/>
              <a:t>&lt;link </a:t>
            </a:r>
            <a:r>
              <a:rPr lang="en-IN" dirty="0" err="1"/>
              <a:t>rel</a:t>
            </a:r>
            <a:r>
              <a:rPr lang="en-IN" dirty="0"/>
              <a:t>="icon" </a:t>
            </a:r>
            <a:r>
              <a:rPr lang="en-IN" dirty="0" err="1"/>
              <a:t>href</a:t>
            </a:r>
            <a:r>
              <a:rPr lang="en-IN" dirty="0"/>
              <a:t>="favicon.ico" type="image/x-icon"&gt;</a:t>
            </a:r>
          </a:p>
          <a:p>
            <a:r>
              <a:rPr lang="en-IN" dirty="0"/>
              <a:t>&lt;/head&gt;</a:t>
            </a:r>
          </a:p>
          <a:p>
            <a:r>
              <a:rPr lang="en-IN" dirty="0"/>
              <a:t>&lt;body&gt;</a:t>
            </a:r>
          </a:p>
          <a:p>
            <a:r>
              <a:rPr lang="en-IN" dirty="0"/>
              <a:t>&lt;/body&gt;</a:t>
            </a:r>
          </a:p>
        </p:txBody>
      </p:sp>
    </p:spTree>
    <p:extLst>
      <p:ext uri="{BB962C8B-B14F-4D97-AF65-F5344CB8AC3E}">
        <p14:creationId xmlns:p14="http://schemas.microsoft.com/office/powerpoint/2010/main" val="1701443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697</Words>
  <Application>Microsoft Office PowerPoint</Application>
  <PresentationFormat>Widescreen</PresentationFormat>
  <Paragraphs>69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</cp:revision>
  <dcterms:created xsi:type="dcterms:W3CDTF">2023-11-01T07:23:25Z</dcterms:created>
  <dcterms:modified xsi:type="dcterms:W3CDTF">2023-11-01T07:32:23Z</dcterms:modified>
</cp:coreProperties>
</file>